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Example run: issue count per pass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Issues found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Pass 1</c:v>
                  </c:pt>
                  <c:pt idx="1">
                    <c:v>Pass 2</c:v>
                  </c:pt>
                  <c:pt idx="2">
                    <c:v>Pass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Unsupported</c:v>
                  </c:pt>
                  <c:pt idx="1">
                    <c:v>Overstated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Source type mix across all 15 topics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Sources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Blog/Company</c:v>
                  </c:pt>
                  <c:pt idx="1">
                    <c:v>Academic/Journal</c:v>
                  </c:pt>
                  <c:pt idx="2">
                    <c:v>Social Media</c:v>
                  </c:pt>
                  <c:pt idx="3">
                    <c:v>News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111</c:v>
                </c:pt>
                <c:pt idx="1">
                  <c:v>48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645920"/>
            <a:ext cx="5029200" cy="5029200"/>
          </a:xfrm>
          <a:prstGeom prst="ellipse">
            <a:avLst/>
          </a:prstGeom>
          <a:solidFill>
            <a:srgbClr val="26307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26307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Assistant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self-correcting, source-aware research agent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 →  Retrieve  →  Write  →  Critique  →  Revise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write confidently — not always correctly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can contain unsupported or overstated claims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03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looks well-written and confident — but the cited source never actually said that.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1089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063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“Ask and trust” pipelines have no built-in check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29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LLM report generators stop the moment text comes out — nothing verifies it against the sources.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389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can point anywhere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54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footnote number next to a claim doesn't guarantee the source supports it, or even exists.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 •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9C6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50876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185623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planner.py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21031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→ search queries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04872" y="1860804"/>
            <a:ext cx="201168" cy="164592"/>
          </a:xfrm>
          <a:prstGeom prst="rightArrow">
            <a:avLst/>
          </a:prstGeom>
          <a:solidFill>
            <a:srgbClr val="8FA3D6"/>
          </a:solidFill>
          <a:ln/>
        </p:spPr>
      </p:sp>
      <p:sp>
        <p:nvSpPr>
          <p:cNvPr id="8" name="Shape 6"/>
          <p:cNvSpPr/>
          <p:nvPr/>
        </p:nvSpPr>
        <p:spPr>
          <a:xfrm>
            <a:off x="2633472" y="14173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9C6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06624" y="150876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Fetch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06624" y="185623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sources.py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706624" y="21031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+ page fetch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35424" y="1860804"/>
            <a:ext cx="201168" cy="164592"/>
          </a:xfrm>
          <a:prstGeom prst="rightArrow">
            <a:avLst/>
          </a:prstGeom>
          <a:solidFill>
            <a:srgbClr val="8FA3D6"/>
          </a:solidFill>
          <a:ln/>
        </p:spPr>
      </p:sp>
      <p:sp>
        <p:nvSpPr>
          <p:cNvPr id="13" name="Shape 11"/>
          <p:cNvSpPr/>
          <p:nvPr/>
        </p:nvSpPr>
        <p:spPr>
          <a:xfrm>
            <a:off x="4764024" y="14173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9C6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150876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Sources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185623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source_classifier.py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21031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labels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65976" y="1860804"/>
            <a:ext cx="201168" cy="164592"/>
          </a:xfrm>
          <a:prstGeom prst="rightArrow">
            <a:avLst/>
          </a:prstGeom>
          <a:solidFill>
            <a:srgbClr val="8FA3D6"/>
          </a:solidFill>
          <a:ln/>
        </p:spPr>
      </p:sp>
      <p:sp>
        <p:nvSpPr>
          <p:cNvPr id="18" name="Shape 16"/>
          <p:cNvSpPr/>
          <p:nvPr/>
        </p:nvSpPr>
        <p:spPr>
          <a:xfrm>
            <a:off x="6894576" y="141732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B9C6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150876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Draft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67728" y="185623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writer.py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2103120"/>
            <a:ext cx="1728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write_report()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49540" y="2542032"/>
            <a:ext cx="164592" cy="365760"/>
          </a:xfrm>
          <a:prstGeom prst="downArrow">
            <a:avLst/>
          </a:prstGeom>
          <a:solidFill>
            <a:srgbClr val="8FA3D6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4560" y="3017520"/>
            <a:ext cx="7772400" cy="2103120"/>
          </a:xfrm>
          <a:prstGeom prst="roundRect">
            <a:avLst>
              <a:gd name="adj" fmla="val 5217"/>
            </a:avLst>
          </a:prstGeom>
          <a:solidFill>
            <a:srgbClr val="FFF7E6"/>
          </a:solidFill>
          <a:ln w="15875">
            <a:solidFill>
              <a:srgbClr val="F5A623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2377440" y="31089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self-correction loop  (revision_loop.py, up to max_passes)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356616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14600" y="3675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514600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critic.py — flags issues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46520" y="3566160"/>
            <a:ext cx="21031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36758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writer.py — revise_report()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90872" y="3927348"/>
            <a:ext cx="1682496" cy="146304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663440" y="33101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90872" y="4489704"/>
            <a:ext cx="1682496" cy="146304"/>
          </a:xfrm>
          <a:prstGeom prst="leftArrow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63440" y="465429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re-critique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377440" y="482803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when 0 issues found, or max_passes reached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49540" y="5166360"/>
            <a:ext cx="164592" cy="320040"/>
          </a:xfrm>
          <a:prstGeom prst="downArrow">
            <a:avLst/>
          </a:prstGeom>
          <a:solidFill>
            <a:srgbClr val="059669"/>
          </a:solidFill>
          <a:ln/>
        </p:spPr>
      </p:sp>
      <p:sp>
        <p:nvSpPr>
          <p:cNvPr id="37" name="Shape 35"/>
          <p:cNvSpPr/>
          <p:nvPr/>
        </p:nvSpPr>
        <p:spPr>
          <a:xfrm>
            <a:off x="6597396" y="5504688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97396" y="55046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+ References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 •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1 — Bounded Self-Correction Loop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→ critique → revise, repeated up to a fixed pass limit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early the moment a critique pass finds zero issues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issue count at every pass — not just pass/fail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isn't always monotonic — e.g. observed 1 → 2 → 2 in testing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4348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system iteratively reduces unsupported claims and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converges within 2 passes.”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09360" y="137160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observed convergence trace: “Issues found: 3 → 1 → 0 after 2 revisions.”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 •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2 — Automated Evaluation Harness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across 15 fixed topics, not a single anecdote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E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evaluated end-to-end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E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8328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86.7%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to zero flagged issues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E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within 2 revision passes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7DEF2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5256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651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issues found in first draft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total issues flagged across all 15 topics — split evenly: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4069080"/>
          <a:ext cx="52120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126480" y="370332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 w="15875">
            <a:solidFill>
              <a:srgbClr val="93B4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550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42976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runs auto-resume from results.json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Per-topic failures are isolated, not silently averaged in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replace “it worked on my example”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 •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3 — Source Credibility Awareness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537960" y="137160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086600" y="13167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Domain-heuristic classification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6642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academic/journal, news, blog/company, social media — no API call needed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537960" y="242316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086600" y="23682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in every reference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715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[4] Title — url — blog/company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37960" y="3474720"/>
            <a:ext cx="365760" cy="3657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086600" y="3419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scrutinizes accordingly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3767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scrutiny on claims from lower-credibility sources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 •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Reliability, Not Just the Happy 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013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Truncation-safe generation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6712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a larger token budget instead of silently returning a cut-off report or an unparseable critique.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657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401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Disk-backed caching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76732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LLM/search call is cached by argument hash — reruns skip work already done, saving API quota and search credits.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5001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evaluation harness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36752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written after every topic; an interrupted run picks up exactly where it left off.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 •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Actually Learned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findings — including where the system doesn't fully converge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isn't monotonic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counts can rise before falling. Observed: 1 → 2 → 2. A single-revision system would have shipped the worse draft.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783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topics plateau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1546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 of topics hit the pass limit without reaching zero issues — the loop can stall on a persistent issue type.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7830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5603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skews toward blogs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 blog/company sources vs. 48 academic — general search under-serves rigorous sourcing even on serious topics.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 •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1828800"/>
            <a:ext cx="2286000" cy="2286000"/>
          </a:xfrm>
          <a:prstGeom prst="ellipse">
            <a:avLst/>
          </a:prstGeom>
          <a:solidFill>
            <a:srgbClr val="2630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651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320040" cy="3200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" y="14173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critic model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7830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is isolated behind a single function boundary — swapping in a second model there reduces shared blind spots without touching the rest of the pipeline.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697480"/>
            <a:ext cx="320040" cy="3200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651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Claim-level traceability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0175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citation in the UI, see the exact source excerpt it's based 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3931920"/>
            <a:ext cx="320040" cy="3200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Source-credibility-weighted metrics at scale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2519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issue rate with source type across a larger evaluation set.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D7DE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2026-08-30T03:56:58Z</dcterms:created>
  <dcterms:modified xsi:type="dcterms:W3CDTF">2026-08-30T03:56:58Z</dcterms:modified>
</cp:coreProperties>
</file>